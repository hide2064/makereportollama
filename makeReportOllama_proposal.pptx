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makeReportOllama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7FF"/>
                </a:solidFill>
              </a:rPr>
              <a:t>ローカル LLM による売上報告書 自動生成システム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0E7FF"/>
                </a:solidFill>
              </a:rPr>
              <a:t>導入提案資料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764"/>
                </a:solidFill>
              </a:rPr>
              <a:t>01  課題の背景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214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764"/>
                </a:solidFill>
              </a:rPr>
              <a:t>02  システム概要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71215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764"/>
                </a:solidFill>
              </a:rPr>
              <a:t>03  主な機能・特徴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62102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764"/>
                </a:solidFill>
              </a:rPr>
              <a:t>04  システム構成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37083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764"/>
                </a:solidFill>
              </a:rPr>
              <a:t>05  導入効果・メリット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1206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764"/>
                </a:solidFill>
              </a:rPr>
              <a:t>06  導入ステップ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課題の背景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⏱  時間コスト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173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毎月の売上報告書作成に担当者が 3〜4 時間を費やしている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1274552" cy="10058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✏️  手作業ミス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06039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Excel からのコピー&amp;ペーストによる転記ミスが発生しやすい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1274552" cy="10058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📊  品質のばらつき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794759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担当者によって文章の深さ・品質に差が生じる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🔒  情報漏洩リスク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9834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外部クラウド AI への売上データ送信はセキュリティリスクとなる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システム概要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makeReportOllama は、Excel 売上データと PPTX テンプレートをアップロードするだけで、
ローカル LLM (Ollama) が自動で分析・文章生成し、PowerPoint 報告書を出力するシステムです。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2011680" cy="1188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 Excel
アップロード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764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560320"/>
            <a:ext cx="2011680" cy="118872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606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 データ
集計・分析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76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560320"/>
            <a:ext cx="2011680" cy="1188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 LLM で
文章生成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76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59" y="2560320"/>
            <a:ext cx="2011680" cy="118872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2606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 PPTX
自動生成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39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76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560320"/>
            <a:ext cx="2011680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606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 ダウンロード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97706"/>
                </a:solidFill>
              </a:rPr>
              <a:t>※ すべての処理はローカル環境で完結。外部への通信は一切発生しません。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主な機能・特徴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🔒 完全ローカル処理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8988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Ollama を利用し、データが社外に出ない安全な環境で動作します。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📂 Excel → PPTX 自動変換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9572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売上データをアップロードするだけで、分析・報告書生成が完結します。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11274552" cy="1828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💬 AI による文章自動生成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0156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売上サマリーと次月方針の2種類の文章をローカル LLM が自動作成。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86200"/>
            <a:ext cx="11274552" cy="1828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🖥️ ブラウザで操作完結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40740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専用アプリ不要。ブラウザから直感的に操作できます。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11274552" cy="1828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⚡ ローディング表示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41324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CPU 推論中はリアルタイムのローディング表示で進捗を把握できます。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97880"/>
            <a:ext cx="11274552" cy="1828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システム構成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029200" cy="13716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764"/>
                </a:solidFill>
              </a:rPr>
              <a:t>フロントエンド
(React + Vite)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ポート: 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46E5"/>
                </a:solidFill>
              </a:rPr>
              <a:t>HTTP POST
/api/generate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280160"/>
            <a:ext cx="4572000" cy="137160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3716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764"/>
                </a:solidFill>
              </a:rPr>
              <a:t>バックエンド
(FastAPI + Uvicorn)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ポート: 8000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657600" cy="1188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</a:rPr>
              <a:t>excel_reader
(pandas)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017520"/>
            <a:ext cx="3657600" cy="1188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108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</a:rPr>
              <a:t>ollama_client
(httpx)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017520"/>
            <a:ext cx="3657600" cy="1188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</a:rPr>
              <a:t>pptx_generator
(python-pptx)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4572000"/>
            <a:ext cx="4297680" cy="914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46177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F46"/>
                </a:solidFill>
              </a:rPr>
              <a:t>Ollama  (http://localhost:11434)
ローカル LLM（CPU 推論）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導入効果・メリット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導入前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導入後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764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7772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✗  報告書作成に 3〜4 時間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920240"/>
            <a:ext cx="5303520" cy="7772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A34A"/>
                </a:solidFill>
              </a:rPr>
              <a:t>✓  自動生成で 5〜10 分以内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303520" cy="7772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✗  手作業による転記ミスあり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926080"/>
            <a:ext cx="5303520" cy="7772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A34A"/>
                </a:solidFill>
              </a:rPr>
              <a:t>✓  自動集計でミスゼロ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303520" cy="7772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✗  担当者ごとに品質差あり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931920"/>
            <a:ext cx="5303520" cy="7772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A34A"/>
                </a:solidFill>
              </a:rPr>
              <a:t>✓  LLM による均一品質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5303520" cy="7772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✗  外部 AI への送信リスク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937760"/>
            <a:ext cx="5303520" cy="7772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A34A"/>
                </a:solidFill>
              </a:rPr>
              <a:t>✓  完全ローカル処理で安全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導入ステップ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17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Ollama インストール &amp; モデルダウンロード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ollama pull llama3.2  でローカル LLM を準備します。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3716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51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リポジトリをクローン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0632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git clone でソースコードを取得します。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3716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86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start.bat を実行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97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ダブルクリックするだけで環境構築・サーバー起動・ブラウザ起動が完了します。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13716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1206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764"/>
                </a:solidFill>
              </a:rPr>
              <a:t>ブラウザからファイルをアップロード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5321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Excel と PPTX テンプレートを選択して「レポートを生成する」ボタンを押すだけです。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1828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7FF"/>
                </a:solidFill>
              </a:rPr>
              <a:t>makeReportOllama — ローカル LLM による報告書自動生成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ご不明な点はいつでもお問い合わせください。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