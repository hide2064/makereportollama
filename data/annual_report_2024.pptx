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2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00" y="12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Arial"/>
              </a:rPr>
              <a:t>株式会社サンプルコーポレーション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1900000"/>
            <a:ext cx="114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2024年度  年次売上報告書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29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Arial"/>
              </a:rPr>
              <a:t>対象期間: 2024年1月1日 〜 2024年12月31日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5458000"/>
            <a:ext cx="114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Arial"/>
              </a:rPr>
              <a:t>作成日: 2025年1月15日　　機密区分: 社外秘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750000"/>
            <a:ext cx="1800000" cy="4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エグゼクティブサマリー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2024年度 年次報告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総売上高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494.4M円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+27.6%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総利益額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317.3M円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+25.7%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利益率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64.2%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受注件数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460件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+21.4%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000" y="2920000"/>
            <a:ext cx="11190000" cy="1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1000" y="2920000"/>
            <a:ext cx="11190000" cy="7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000" y="3070000"/>
            <a:ext cx="1083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【2024年度 総括】
年間総売上高は494.4M円（前年比+27.6%）、利益率は64.2%を達成。
最大カテゴリは「SaaS」で売上全体の57%を占める。
地域別トップは「東京」、主力商品は「プレミアムプラン」が牽引。
MVP担当者は「伊藤 美咲」。
過去最高売上を更新。直販チャネルの強化と新規地域開拓が奏功。プレミアムサポートの契約継続率が向上し、ストック型収益が安定。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月次売上・利益推移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2024年度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カテゴリ別売上分析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2024年度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商品別売上ランキング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2024年度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00" y="800000"/>
            <a:ext cx="11672000" cy="41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商品名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0000" y="8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売上金額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0000" y="8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000" y="8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前年比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0000" y="8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件数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00" y="121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プレミアムプラン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0000" y="129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117.3M円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76.0M円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0000" y="129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0000" y="129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+15.6%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0000" y="129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00" y="162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エンタープライズプラン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0000" y="170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82.6M円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59.4M円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0000" y="170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0000" y="170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+15.5%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0000" y="170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" y="203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IT導入支援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0000" y="211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58.2M円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36.2M円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0000" y="211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62.2%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0000" y="211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+61.3%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0000" y="211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00" y="244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スタンダードプラン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0000" y="252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54.7M円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28.6M円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0000" y="252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52.2%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0000" y="252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+37.9%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0000" y="252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00" y="285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プレミアムサポート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0000" y="293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41.9M円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32.6M円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0000" y="293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77.8%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0000" y="293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+11.8%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80000" y="293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453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00" y="326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戦略コンサルティング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80000" y="334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39.1M円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29.3M円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0000" y="334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74.9%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0000" y="334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+17.8%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0000" y="334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00" y="367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業務改善コンサルティング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80000" y="375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32.3M円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8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22.6M円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0000" y="375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70.2%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0000" y="375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+60.4%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80000" y="375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00" y="408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ライトプラン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80000" y="416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26.2M円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11.8M円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80000" y="416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45.0%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80000" y="416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+72.2%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80000" y="416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746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00" y="449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クライアントライセンス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80000" y="457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17.3M円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8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6.8M円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80000" y="457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39.5%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0000" y="457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+277.0%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80000" y="457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225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00" y="490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サーバーライセンス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80000" y="49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13.1M円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8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5.7M円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80000" y="49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43.8%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80000" y="49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▲25.4%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80000" y="49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地域別・担当者別売上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2024年度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00" y="820000"/>
            <a:ext cx="6036000" cy="8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地域別売上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0000" y="1680000"/>
            <a:ext cx="1994325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東京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178.1M円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0000" y="2240000"/>
            <a:ext cx="1087190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大阪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97.1M円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0000" y="2800000"/>
            <a:ext cx="659458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名古屋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58.9M円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0000" y="3360000"/>
            <a:ext cx="476213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福岡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42.5M円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0000" y="3920000"/>
            <a:ext cx="398495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広島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35.6M円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0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0000" y="4480000"/>
            <a:ext cx="331873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札幌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29.6M円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0000" y="5040000"/>
            <a:ext cx="329455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那覇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29.4M円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0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0000" y="5600000"/>
            <a:ext cx="258987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仙台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23.1M円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6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820000"/>
            <a:ext cx="6036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担当者別売上 Top 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6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86000" y="1680000"/>
            <a:ext cx="539770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伊藤 美咲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48.2M円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6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86000" y="2240000"/>
            <a:ext cx="409024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林 奈緒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36.5M円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86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86000" y="2800000"/>
            <a:ext cx="408902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山口 恵子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36.5M円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6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86000" y="3360000"/>
            <a:ext cx="384318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吉田 拓海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34.3M円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86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000" y="3920000"/>
            <a:ext cx="374484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鈴木 太郎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33.4M円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000" y="4480000"/>
            <a:ext cx="318765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中村 さくら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28.5M円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86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6000" y="5040000"/>
            <a:ext cx="312876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池田 美穂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27.9M円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86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86000" y="5600000"/>
            <a:ext cx="310577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森 賢太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27.7M円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