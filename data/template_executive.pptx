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120000">
            <a:off x="9792000" y="-200000"/>
            <a:ext cx="1900000" cy="72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1120000">
            <a:off x="8892000" y="-200000"/>
            <a:ext cx="400000" cy="7258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0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0" y="1600000"/>
            <a:ext cx="12160000" cy="14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8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941A"/>
                </a:solidFill>
                <a:latin typeface="Arial"/>
              </a:rPr>
              <a:t>SALES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1200000"/>
            <a:ext cx="600000" cy="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1700000"/>
            <a:ext cx="99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{{report_title}}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298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D98A"/>
                </a:solidFill>
                <a:latin typeface="Arial"/>
              </a:rPr>
              <a:t>月次経営報告書  ―  AI 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" y="3700000"/>
            <a:ext cx="3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E96"/>
                </a:solidFill>
                <a:latin typeface="Arial"/>
              </a:rPr>
              <a:t>{{report_date}}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38000"/>
            <a:ext cx="12192000" cy="5200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8000"/>
            <a:ext cx="12192000" cy="1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000" y="6408000"/>
            <a:ext cx="1183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E96"/>
                </a:solidFill>
                <a:latin typeface="Arial"/>
              </a:rPr>
              <a:t>CONFIDENTIAL   |   本資料は機密情報を含みます。取り扱いにご注意ください。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000" cy="7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" y="120000"/>
            <a:ext cx="95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{{report_title}}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2000" y="180000"/>
            <a:ext cx="680000" cy="38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2000" y="220000"/>
            <a:ext cx="68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2000" y="200000"/>
            <a:ext cx="1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Arial"/>
              </a:rPr>
              <a:t>{{report_date}}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60000"/>
            <a:ext cx="12192000" cy="1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8000" y="864000"/>
            <a:ext cx="6281280" cy="5562000"/>
          </a:xfrm>
          <a:prstGeom prst="rect">
            <a:avLst/>
          </a:prstGeom>
          <a:solidFill>
            <a:srgbClr val="D4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0000" y="856000"/>
            <a:ext cx="6281280" cy="55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0000" y="856000"/>
            <a:ext cx="6281280" cy="4200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0000" y="856000"/>
            <a:ext cx="18000" cy="42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000" y="936000"/>
            <a:ext cx="61812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EXECUTIVE SUMMARY  /  売上サマリー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000" y="1376000"/>
            <a:ext cx="280000" cy="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000" y="1456000"/>
            <a:ext cx="6161280" cy="49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A2E"/>
                </a:solidFill>
                <a:latin typeface="Arial"/>
              </a:rPr>
              <a:t>{{summary_text}}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49280" y="864000"/>
            <a:ext cx="5350720" cy="5562000"/>
          </a:xfrm>
          <a:prstGeom prst="rect">
            <a:avLst/>
          </a:prstGeom>
          <a:solidFill>
            <a:srgbClr val="D4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41280" y="856000"/>
            <a:ext cx="5350720" cy="5562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41280" y="856000"/>
            <a:ext cx="5350720" cy="42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41280" y="856000"/>
            <a:ext cx="18000" cy="4200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1280" y="936000"/>
            <a:ext cx="5250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228"/>
                </a:solidFill>
                <a:latin typeface="Arial"/>
              </a:rPr>
              <a:t>KEY INSIGHTS  /  課題・改善策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1280" y="1376000"/>
            <a:ext cx="280000" cy="80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1280" y="1456000"/>
            <a:ext cx="5230720" cy="49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1A2E"/>
                </a:solidFill>
                <a:latin typeface="Arial"/>
              </a:rPr>
              <a:t>{{analysis_text}}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8000"/>
            <a:ext cx="12192000" cy="40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58000"/>
            <a:ext cx="12192000" cy="1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0000" y="6548000"/>
            <a:ext cx="5896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E96"/>
                </a:solidFill>
                <a:latin typeface="Arial"/>
              </a:rPr>
              <a:t>Sales Report  |  Powered by Ollama (Local LLM)  ·  AI Generated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0" y="6548000"/>
            <a:ext cx="5896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5D98A"/>
                </a:solidFill>
                <a:latin typeface="Arial"/>
              </a:rPr>
              <a:t>STRICTLY CONFIDENTIAL  —  社外秘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952000" y="6598000"/>
            <a:ext cx="8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38000"/>
            <a:ext cx="12192000" cy="5200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38000"/>
            <a:ext cx="12192000" cy="1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829000"/>
            <a:ext cx="121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4941A"/>
                </a:solidFill>
                <a:latin typeface="Arial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79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E96"/>
                </a:solidFill>
                <a:latin typeface="Arial"/>
              </a:rPr>
              <a:t>詳細データ・グラフ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96000" y="3849000"/>
            <a:ext cx="1200000" cy="1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" y="6418000"/>
            <a:ext cx="1179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5D98A"/>
                </a:solidFill>
                <a:latin typeface="Arial"/>
              </a:rPr>
              <a:t>STRICTLY CONFIDENTIAL  —  社外秘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