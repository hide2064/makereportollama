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7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{{report_title}}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CCCCFF"/>
                </a:solidFill>
              </a:rPr>
              <a:t>{{report_date}}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764"/>
                </a:solidFill>
              </a:rPr>
              <a:t>売上サマリー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45720"/>
          </a:xfrm>
          <a:prstGeom prst="rect">
            <a:avLst/>
          </a:prstGeom>
          <a:solidFill>
            <a:srgbClr val="1F3764"/>
          </a:solidFill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/>
              <a:t>{{summary_text}}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764"/>
                </a:solidFill>
              </a:rPr>
              <a:t>所見・次月の方針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45720"/>
          </a:xfrm>
          <a:prstGeom prst="rect">
            <a:avLst/>
          </a:prstGeom>
          <a:solidFill>
            <a:srgbClr val="1F3764"/>
          </a:solidFill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/>
              <a:t>{{analysis_text}}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