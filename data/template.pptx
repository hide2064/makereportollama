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4754880"/>
            <a:ext cx="4416552" cy="2103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5303520"/>
            <a:ext cx="3502152" cy="1554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0"/>
            <a:ext cx="1177747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337560"/>
            <a:ext cx="68580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{{report_title}}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B4D8"/>
                </a:solidFill>
              </a:rPr>
              <a:t>Sales Performance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{{report_date}}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6126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1">
                <a:solidFill>
                  <a:srgbClr val="FFFFFF"/>
                </a:solidFill>
              </a:rPr>
              <a:t>ACME Corporation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0"/>
            <a:ext cx="32004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1143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01168"/>
            <a:ext cx="731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売上サマリー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3657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1">
                <a:solidFill>
                  <a:srgbClr val="00B4D8"/>
                </a:solidFill>
              </a:rPr>
              <a:t>SALES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11594592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64008" cy="5120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11556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5A6A"/>
                </a:solidFill>
              </a:rPr>
              <a:t>{{summary_text}}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CONFIDENTIAL  |  ACME Corporation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56539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1143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01168"/>
            <a:ext cx="731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所見・次月の方針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3657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1">
                <a:solidFill>
                  <a:srgbClr val="FF6B35"/>
                </a:solidFill>
              </a:rPr>
              <a:t>INSIGHTS &amp; NEXT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11594592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64008" cy="5120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11556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5A6A"/>
                </a:solidFill>
              </a:rPr>
              <a:t>{{analysis_text}}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6E0"/>
                </a:solidFill>
              </a:rPr>
              <a:t>CONFIDENTIAL  |  ACME Corporation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56539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D6E0"/>
                </a:solidFill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