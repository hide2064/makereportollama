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11480" cy="68580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772400" y="4754880"/>
            <a:ext cx="4416552" cy="210312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686800" y="5303520"/>
            <a:ext cx="3502152" cy="155448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11480" y="0"/>
            <a:ext cx="11777472" cy="7315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3337560"/>
            <a:ext cx="6858000" cy="457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737360"/>
            <a:ext cx="105156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 i="0">
                <a:solidFill>
                  <a:srgbClr val="FFFFFF"/>
                </a:solidFill>
              </a:rPr>
              <a:t>{{report_title}}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017520"/>
            <a:ext cx="8229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1">
                <a:solidFill>
                  <a:srgbClr val="00B4D8"/>
                </a:solidFill>
              </a:rPr>
              <a:t>Sales Performance Report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52044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CD6E0"/>
                </a:solidFill>
              </a:rPr>
              <a:t>{{report_date}}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0" y="612648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 i="1">
                <a:solidFill>
                  <a:srgbClr val="FFFFFF"/>
                </a:solidFill>
              </a:rPr>
              <a:t>ACME Corporation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11480" y="6400800"/>
            <a:ext cx="320040" cy="45720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11480" cy="11430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201168"/>
            <a:ext cx="73152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売上サマリー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0" y="36576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 i="1">
                <a:solidFill>
                  <a:srgbClr val="00B4D8"/>
                </a:solidFill>
              </a:rPr>
              <a:t>SALES SUMMARY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1280160"/>
            <a:ext cx="11594592" cy="51206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11480" y="1280160"/>
            <a:ext cx="64008" cy="512064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1417320"/>
            <a:ext cx="11155680" cy="4800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4A5A6A"/>
                </a:solidFill>
              </a:rPr>
              <a:t>{{summary_text}}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74320" y="6565392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CD6E0"/>
                </a:solidFill>
              </a:rPr>
              <a:t>CONFIDENTIAL  |  ACME Corporation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430000" y="6565392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CCD6E0"/>
                </a:solidFill>
              </a:rPr>
              <a:t>2 / 3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11480" cy="114300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201168"/>
            <a:ext cx="73152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所見・次月の方針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0" y="36576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 i="1">
                <a:solidFill>
                  <a:srgbClr val="FF6B35"/>
                </a:solidFill>
              </a:rPr>
              <a:t>INSIGHTS &amp; NEXT ACTIONS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1280160"/>
            <a:ext cx="11594592" cy="51206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11480" y="1280160"/>
            <a:ext cx="64008" cy="512064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1417320"/>
            <a:ext cx="11155680" cy="4800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4A5A6A"/>
                </a:solidFill>
              </a:rPr>
              <a:t>{{analysis_text}}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74320" y="6565392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CD6E0"/>
                </a:solidFill>
              </a:rPr>
              <a:t>CONFIDENTIAL  |  ACME Corporation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430000" y="6565392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CCD6E0"/>
                </a:solidFill>
              </a:rPr>
              <a:t>3 / 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