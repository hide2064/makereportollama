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80000"/>
            <a:ext cx="3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  <a:latin typeface="Arial"/>
              </a:rPr>
              <a:t>CONFIDENTIAL  |  Sales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92000" y="80000"/>
            <a:ext cx="2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{{report_date}}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860000"/>
            <a:ext cx="55000" cy="82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0" y="860000"/>
            <a:ext cx="1129200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E4C"/>
                </a:solidFill>
                <a:latin typeface="Arial"/>
              </a:rPr>
              <a:t>{{report_title}}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740000"/>
            <a:ext cx="11472000" cy="28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60000"/>
            <a:ext cx="5676000" cy="4478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1860000"/>
            <a:ext cx="5676000" cy="38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1920000"/>
            <a:ext cx="547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● 売上サマリー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00" y="2360000"/>
            <a:ext cx="5436000" cy="39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Arial"/>
              </a:rPr>
              <a:t>{{summary_text}}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000" y="1860000"/>
            <a:ext cx="5676000" cy="447800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000" y="1860000"/>
            <a:ext cx="5676000" cy="38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920000"/>
            <a:ext cx="547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E4C"/>
                </a:solidFill>
                <a:latin typeface="Arial"/>
              </a:rPr>
              <a:t>● 課題・所見と改善策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6000" y="2360000"/>
            <a:ext cx="5436000" cy="39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Arial"/>
              </a:rPr>
              <a:t>{{analysis_text}}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58000"/>
            <a:ext cx="12192000" cy="40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458000"/>
            <a:ext cx="12192000" cy="28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00" y="6538000"/>
            <a:ext cx="609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© 売上報告書 自動生成システム  |  Powered by Local LLM (Ollama)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6538000"/>
            <a:ext cx="573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D6E8"/>
                </a:solidFill>
                <a:latin typeface="Arial"/>
              </a:rPr>
              <a:t>社外秘 — 取扱注意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